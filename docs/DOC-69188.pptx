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決済バックオフィス PL/I アーキテクチャ概要レビュー資料</a:t>
            </a:r>
          </a:p>
          <a:p>
            <a:pPr>
              <a:defRPr sz="1600"/>
            </a:pPr>
            <a:r>
              <a:t>約定連携・受渡日計算・名寄せネッティングの構成確認 (MS-2410-18)</a:t>
            </a:r>
          </a:p>
          <a:p>
            <a:pPr>
              <a:defRPr sz="1200"/>
            </a:pPr>
            <a:r>
              <a:t>みらい証券 決済バックオフィス</a:t>
            </a:r>
          </a:p>
          <a:p>
            <a:pPr>
              <a:defRPr sz="1200"/>
            </a:pPr>
            <a:r>
              <a:t>アーキテクチャ概要レビュー</a:t>
            </a:r>
          </a:p>
          <a:p>
            <a:pPr>
              <a:defRPr sz="1200"/>
            </a:pPr>
            <a:r>
              <a:t>発表: 佐伯 直人 (S-244)</a:t>
            </a:r>
          </a:p>
          <a:p>
            <a:pPr>
              <a:defRPr sz="1200"/>
            </a:pPr>
            <a:r>
              <a:t>令和6年10月18日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v1.2 (レビュー用)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(レビュー用)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レビュー目的・対象範囲</a:t>
            </a:r>
          </a:p>
          <a:p>
            <a:pPr>
              <a:defRPr sz="1600"/>
            </a:pPr>
            <a:r>
              <a:t>・2. 約定から決済指図までの連携概要</a:t>
            </a:r>
          </a:p>
          <a:p>
            <a:pPr>
              <a:defRPr sz="1600"/>
            </a:pPr>
            <a:r>
              <a:t>・3. scsettle / scnetting の処理分担</a:t>
            </a:r>
          </a:p>
          <a:p>
            <a:pPr>
              <a:defRPr sz="1600"/>
            </a:pPr>
            <a:r>
              <a:t>・4. 取引所カレンダー参照と運用・非機能観点</a:t>
            </a:r>
          </a:p>
          <a:p>
            <a:pPr>
              <a:defRPr sz="1600"/>
            </a:pPr>
            <a:r>
              <a:t>・5. 指摘事項一覧</a:t>
            </a:r>
          </a:p>
          <a:p>
            <a:pPr>
              <a:defRPr sz="1600"/>
            </a:pPr>
            <a:r>
              <a:t>・6. 残課題・次のステップ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(レビュー用)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処理フロー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SCEXEC 約定データ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scsettle 受渡日計算・決済指図生成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SCSETL 決済指図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scnetting 名寄せ・ネッティング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・scsettle は SCEXEC の約定データを入力し、約定単位の決済指図を SCSETL へ出力</a:t>
            </a:r>
          </a:p>
          <a:p>
            <a:pPr>
              <a:defRPr sz="1300"/>
            </a:pPr>
            <a:r>
              <a:t>・受渡日の算定は scsettle 内の実装に従い、TRADE-DT と SCCALF の参照結果を用いる</a:t>
            </a:r>
          </a:p>
          <a:p>
            <a:pPr>
              <a:defRPr sz="1300"/>
            </a:pPr>
            <a:r>
              <a:t>・SCCALF の SESS-KBN は営業日/休業日を識別するコード値として参照</a:t>
            </a:r>
          </a:p>
          <a:p>
            <a:pPr>
              <a:defRPr sz="1300"/>
            </a:pPr>
            <a:r>
              <a:t>・scnetting は SCSETL の決済指図を対象に、口座・銘柄・市場等のキーで名寄せおよびネッティングを実施</a:t>
            </a:r>
          </a:p>
          <a:p>
            <a:pPr>
              <a:defRPr sz="1300"/>
            </a:pPr>
            <a:r>
              <a:t>・受渡日の算定規則そのものは本レビュー対象外とし、入出力・障害時運用・性能観点を確認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(レビュー用)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SCEXEC の TRADE-DT 欠損時の扱いが本文では『入力チェックで除外』、運用補足では『エラー明細出力』と記載揺れしている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入力チェック仕様と運用補足の記載を scsettle の実装に合わせて統一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佐伯 直人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SCCALF 未配信または SESS-KBN 未設定時のリカバリ手順が運用章に分散しており、当日再実行の判断者が不明確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決済システム部と運用統制室の切り分けを明記し、再実行承認フローを追記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村上 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scnetting のピーク時処理件数は令和5年度実績を基準にしているが、PTS 連携分の増加見込みが容量見積に反映されていない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(案) 直近3か月の SCSETL 件数を再集計し、夜間バッチ枠内に収まることを確認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田島 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SCSETL のレイアウト説明に旧項目名が一部残っており、scsettle と scnetting のインターフェース境界が読み取りにくい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現行データセット定義に合わせて項目名を修正し、入出力一覧を別紙化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佐伯 直人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(レビュー用)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