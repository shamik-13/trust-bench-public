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5AA0"/>
                </a:solidFill>
              </a:defRPr>
            </a:pPr>
            <a:r>
              <a:t>優遇グループ判定ロジック 設計レビュー資料</a:t>
            </a:r>
          </a:p>
          <a:p>
            <a:pPr>
              <a:defRPr sz="1600"/>
            </a:pPr>
            <a:r>
              <a:t>PREMIERグループ廃止に伴う移行ロジックの確認 (D-0612)</a:t>
            </a:r>
          </a:p>
          <a:p>
            <a:pPr>
              <a:defRPr sz="1200"/>
            </a:pPr>
            <a:r>
              <a:t>勘定系 (KZ) サイクル末手数料</a:t>
            </a:r>
          </a:p>
          <a:p>
            <a:pPr>
              <a:defRPr sz="1200"/>
            </a:pPr>
            <a:r>
              <a:t>詳細設計レビュー</a:t>
            </a:r>
          </a:p>
          <a:p>
            <a:pPr>
              <a:defRPr sz="1200"/>
            </a:pPr>
            <a:r>
              <a:t>発表: 渡辺 美咲 (E-017)</a:t>
            </a:r>
          </a:p>
          <a:p>
            <a:pPr>
              <a:defRPr sz="1200"/>
            </a:pPr>
            <a:r>
              <a:t>令和7年3月12日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392B"/>
                </a:solidFill>
              </a:defRPr>
            </a:pPr>
            <a:r>
              <a:t>社外秘 / v0.9 (案)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v0.9 (案)    社外秘    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5AA0"/>
                </a:solidFill>
              </a:defRPr>
            </a:pPr>
            <a:r>
              <a:t>アジェンダ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・1. レビュー目的・観点</a:t>
            </a:r>
          </a:p>
          <a:p>
            <a:pPr>
              <a:defRPr sz="1600"/>
            </a:pPr>
            <a:r>
              <a:t>・2. 優遇グループ判定 (KZ120S) の設計概要</a:t>
            </a:r>
          </a:p>
          <a:p>
            <a:pPr>
              <a:defRPr sz="1600"/>
            </a:pPr>
            <a:r>
              <a:t>・3. PREMIERグループ廃止の移行ロジック (論点)</a:t>
            </a:r>
          </a:p>
          <a:p>
            <a:pPr>
              <a:defRPr sz="1600"/>
            </a:pPr>
            <a:r>
              <a:t>・4. 指摘事項一覧</a:t>
            </a:r>
          </a:p>
          <a:p>
            <a:pPr>
              <a:defRPr sz="1600"/>
            </a:pPr>
            <a:r>
              <a:t>・5. 残課題・次のステップ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v0.9 (案)    社外秘    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AA0"/>
                </a:solidFill>
              </a:defRPr>
            </a:pPr>
            <a:r>
              <a:t>設計概要 — 優遇グループ判定フロー (図1)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828800"/>
            <a:ext cx="1828800" cy="822960"/>
          </a:xfrm>
          <a:prstGeom prst="rect">
            <a:avLst/>
          </a:prstGeom>
          <a:solidFill>
            <a:srgbClr val="DFE6EF"/>
          </a:solidFill>
          <a:ln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KZ110B サイクル末手数料計算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1828800"/>
            <a:ext cx="1828800" cy="822960"/>
          </a:xfrm>
          <a:prstGeom prst="rect">
            <a:avLst/>
          </a:prstGeom>
          <a:solidFill>
            <a:srgbClr val="DFE6EF"/>
          </a:solidFill>
          <a:ln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KZ120S 優遇グループ判定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828800"/>
            <a:ext cx="1828800" cy="822960"/>
          </a:xfrm>
          <a:prstGeom prst="rect">
            <a:avLst/>
          </a:prstGeom>
          <a:solidFill>
            <a:srgbClr val="DFE6EF"/>
          </a:solidFill>
          <a:ln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KZ125S 料率引当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79" y="1828800"/>
            <a:ext cx="1828800" cy="822960"/>
          </a:xfrm>
          <a:prstGeom prst="rect">
            <a:avLst/>
          </a:prstGeom>
          <a:solidFill>
            <a:srgbClr val="DFE6EF"/>
          </a:solidFill>
          <a:ln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KZDGRPF 料率テーブル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・KZ120S は口座の GROUP-CODE から料率を引当</a:t>
            </a:r>
          </a:p>
          <a:p>
            <a:pPr>
              <a:defRPr sz="1300"/>
            </a:pPr>
            <a:r>
              <a:t>・PREMIER(GROUP-CODE=PREM)は平成3年新設、後に廃止</a:t>
            </a:r>
          </a:p>
          <a:p>
            <a:pPr>
              <a:defRPr sz="1300"/>
            </a:pPr>
            <a:r>
              <a:t>・廃止後、PREM 口座は標準グループへ移行する経過措置</a:t>
            </a:r>
          </a:p>
          <a:p>
            <a:pPr>
              <a:defRPr sz="1300"/>
            </a:pPr>
            <a:r>
              <a:t>・移行漏れ口座が残ると料率引当で例外 — 要確認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v0.9 (案)    社外秘    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AA0"/>
                </a:solidFill>
              </a:defRPr>
            </a:pPr>
            <a:r>
              <a:t>指摘事項一覧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822960"/>
                <a:gridCol w="3291840"/>
                <a:gridCol w="731520"/>
                <a:gridCol w="1828800"/>
                <a:gridCol w="822960"/>
                <a:gridCol w="640080"/>
              </a:tblGrid>
              <a:tr h="4572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区分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指摘内容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重要度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対応方針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担当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状態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整合性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PREM 廃止後の移行ロジックが KZ120S にハードコードされており、決裁 D-0612 への参照コメントが無い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コメント追記し D-0612 を明記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渡辺 美咲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0392B"/>
                          </a:solidFill>
                        </a:defRPr>
                      </a:pPr>
                      <a:r>
                        <a:t>未対応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標準準拠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GROUP-CODE=PREM の口座は現行データに存在しない前提だが、テスト用に残存する可能性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移行完了の確認バッチで担保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吉田 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対応中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保守性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旧バッチ KZ111B が near-duplicate として残存。誤修正のリスク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(案) 廃止マーキング徹底。今回スコープ外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高橋 直樹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0392B"/>
                          </a:solidFill>
                        </a:defRPr>
                      </a:pPr>
                      <a:r>
                        <a:t>未対応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整合性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料率の現行値は方眼紙レートシートの『改定後』結合セルに依存。本文記載は改定前値のまま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KZ125S は KZDGRPF 実値を参照する旨を設計書に明記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渡辺 美咲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0392B"/>
                          </a:solidFill>
                        </a:defRPr>
                      </a:pPr>
                      <a:r>
                        <a:t>未対応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v0.9 (案)    社外秘    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