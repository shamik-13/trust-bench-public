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海外利用処理基盤 アーキテクチャ概要レビュー資料</a:t>
            </a:r>
          </a:p>
          <a:p>
            <a:pPr>
              <a:defRPr sz="1600"/>
            </a:pPr>
            <a:r>
              <a:t>オンライン認証・確定精算・会員照会連携の確認 (MC-2409-17)</a:t>
            </a:r>
          </a:p>
          <a:p>
            <a:pPr>
              <a:defRPr sz="1200"/>
            </a:pPr>
            <a:r>
              <a:t>みらいカード 国際ブランド精算・会員照会基盤</a:t>
            </a:r>
          </a:p>
          <a:p>
            <a:pPr>
              <a:defRPr sz="1200"/>
            </a:pPr>
            <a:r>
              <a:t>方式設計レビュー</a:t>
            </a:r>
          </a:p>
          <a:p>
            <a:pPr>
              <a:defRPr sz="1200"/>
            </a:pPr>
            <a:r>
              <a:t>発表: 佐伯 遼 (MC-214)</a:t>
            </a:r>
          </a:p>
          <a:p>
            <a:pPr>
              <a:defRPr sz="1200"/>
            </a:pPr>
            <a:r>
              <a:t>令和6年9月18日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v1.2 (案)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(案)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レビュー目的・対象範囲</a:t>
            </a:r>
          </a:p>
          <a:p>
            <a:pPr>
              <a:defRPr sz="1600"/>
            </a:pPr>
            <a:r>
              <a:t>・2. 海外利用処理基盤の全体構成</a:t>
            </a:r>
          </a:p>
          <a:p>
            <a:pPr>
              <a:defRPr sz="1600"/>
            </a:pPr>
            <a:r>
              <a:t>・3. オンライン認証から確定・精算、会員照会までの連携</a:t>
            </a:r>
          </a:p>
          <a:p>
            <a:pPr>
              <a:defRPr sz="1600"/>
            </a:pPr>
            <a:r>
              <a:t>・4. 非機能・運用観点の確認事項</a:t>
            </a:r>
          </a:p>
          <a:p>
            <a:pPr>
              <a:defRPr sz="1600"/>
            </a:pPr>
            <a:r>
              <a:t>・5. 指摘事項一覧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(案)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設計概要 — 処理フロー (図1)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CA301R オンライン認証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CDTXNF 取引データ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CB810B 海外利用確定・精算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CDOVSF 海外精算サマリ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・CA301R は国際ブランド電文を受け、オンライン認証時に取引区分を付与する</a:t>
            </a:r>
          </a:p>
          <a:p>
            <a:pPr>
              <a:defRPr sz="1300"/>
            </a:pPr>
            <a:r>
              <a:t>・海外利用はショッピング、キャッシング等の利用形態を含むが、個別の区分付与条件は本資料の対象外</a:t>
            </a:r>
          </a:p>
          <a:p>
            <a:pPr>
              <a:defRPr sz="1300"/>
            </a:pPr>
            <a:r>
              <a:t>・CB810B は CDTXNF の確定データを取り込み、CDOVSF/CDMVWF へ精算・照会向け情報を連携する</a:t>
            </a:r>
          </a:p>
          <a:p>
            <a:pPr>
              <a:defRPr sz="1300"/>
            </a:pPr>
            <a:r>
              <a:t>・区分別の利息・手数料の扱いは確定・精算工程で実装に従い適用される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(案)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対象範囲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取引区分の付与条件と区分別の利息・手数料計算は方式設計レビューの対象外である旨が本文では弱い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対象外範囲として明記し、詳細は実装仕様および単体設計で確認する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佐伯 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CB810B 異常終了時の CDOVSF/CDMVWF 再作成手順が運用メモに分散している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再実行条件と退避ファイル確認手順を運用設計書へ集約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森田 彩乃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CDTXNF から CDMVWF までの件数突合タイミングが日次締め後のみとなっており、早朝照会で差分が見える可能性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(案) 会員照会側に更新基準時刻を表示。今回レビューで要否確認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藤井 健太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非機能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海外ATM、店頭、EC などチャネル別ピークの見積根拠が令和4年度実績のままで、現行トラフィック増を反映していない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直近12か月のブランド別実績で CB810B バッチ時間と OverseasCashingService 照会性能を再試算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森田 彩乃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v1.2 (案)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