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5AA0"/>
                </a:solidFill>
              </a:defRPr>
            </a:pPr>
            <a:r>
              <a:t>マッチング・約定サブシステム アーキテクチャ概要レビュー資料</a:t>
            </a:r>
          </a:p>
          <a:p>
            <a:pPr>
              <a:defRPr sz="1600"/>
            </a:pPr>
            <a:r>
              <a:t>C ホットパス連携と非機能・運用観点の確認 (ARCH-2511-07)</a:t>
            </a:r>
          </a:p>
          <a:p>
            <a:pPr>
              <a:defRPr sz="1200"/>
            </a:pPr>
            <a:r>
              <a:t>みらい証券 HFTプラットフォーム</a:t>
            </a:r>
          </a:p>
          <a:p>
            <a:pPr>
              <a:defRPr sz="1200"/>
            </a:pPr>
            <a:r>
              <a:t>アーキテクチャ概要レビュー</a:t>
            </a:r>
          </a:p>
          <a:p>
            <a:pPr>
              <a:defRPr sz="1200"/>
            </a:pPr>
            <a:r>
              <a:t>発表: 佐伯 直人 (TS-043)</a:t>
            </a:r>
          </a:p>
          <a:p>
            <a:pPr>
              <a:defRPr sz="1200"/>
            </a:pPr>
            <a:r>
              <a:t>令和7年11月18日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392B"/>
                </a:solidFill>
              </a:defRPr>
            </a:pPr>
            <a:r>
              <a:t>社外秘 / 第1.2版 (レビュー用)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第1.2版 (レビュー用)    社外秘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5AA0"/>
                </a:solidFill>
              </a:defRPr>
            </a:pPr>
            <a:r>
              <a:t>アジェンダ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・1. レビュー目的・対象範囲</a:t>
            </a:r>
          </a:p>
          <a:p>
            <a:pPr>
              <a:defRPr sz="1600"/>
            </a:pPr>
            <a:r>
              <a:t>・2. C ホットパス構成概要</a:t>
            </a:r>
          </a:p>
          <a:p>
            <a:pPr>
              <a:defRPr sz="1600"/>
            </a:pPr>
            <a:r>
              <a:t>・3. 板・マッチング・約定・シーケンサ連携</a:t>
            </a:r>
          </a:p>
          <a:p>
            <a:pPr>
              <a:defRPr sz="1600"/>
            </a:pPr>
            <a:r>
              <a:t>・4. 指摘事項一覧</a:t>
            </a:r>
          </a:p>
          <a:p>
            <a:pPr>
              <a:defRPr sz="1600"/>
            </a:pPr>
            <a:r>
              <a:t>・5. 残課題・次のステップ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第1.2版 (レビュー用)    社外秘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設計概要 — 処理フロー (図1)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SCBOOK 板状態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mihft_match マッチング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SCEXEC 約定記録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79" y="1828800"/>
            <a:ext cx="1828800" cy="822960"/>
          </a:xfrm>
          <a:prstGeom prst="rect">
            <a:avLst/>
          </a:prstGeom>
          <a:solidFill>
            <a:srgbClr val="DFE6EF"/>
          </a:solidFill>
          <a:ln>
            <a:solidFill>
              <a:srgbClr val="2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mihft_seq シーケンサ/ジャーナル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・mihft_book は SCBOOK を中心に銘柄別の板状態を管理</a:t>
            </a:r>
          </a:p>
          <a:p>
            <a:pPr>
              <a:defRPr sz="1300"/>
            </a:pPr>
            <a:r>
              <a:t>・mihft_match は mihft_types.h の共通型を用いて照合処理を実行</a:t>
            </a:r>
          </a:p>
          <a:p>
            <a:pPr>
              <a:defRPr sz="1300"/>
            </a:pPr>
            <a:r>
              <a:t>・約定結果は SCEXEC に記録し、後続の ReconService で照合対象とする</a:t>
            </a:r>
          </a:p>
          <a:p>
            <a:pPr>
              <a:defRPr sz="1300"/>
            </a:pPr>
            <a:r>
              <a:t>・シーケンス採番とジャーナル連携は mihft_seq が担い、再送時の順序確認を行う</a:t>
            </a:r>
          </a:p>
          <a:p>
            <a:pPr>
              <a:defRPr sz="1300"/>
            </a:pPr>
            <a:r>
              <a:t>・TIF は DAY/IOC/FOK を共通 enum として扱うが、後処理の業務詳細は実装に従う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第1.2版 (レビュー用)    社外秘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AA0"/>
                </a:solidFill>
              </a:defRPr>
            </a:pPr>
            <a:r>
              <a:t>指摘事項一覧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822960"/>
                <a:gridCol w="3291840"/>
                <a:gridCol w="731520"/>
                <a:gridCol w="1828800"/>
                <a:gridCol w="822960"/>
                <a:gridCol w="64008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指摘内容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重要度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対応方針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DFE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非機能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mihft_match と mihft_seq の遅延計測点は定義済みだが、SCEXEC 書込み完了までの端末側計測との対応が資料上で不明確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計測区間を ingress、match、persist、seq の4区分で明記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佐伯 直人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SCBOOK と SCEXEC の日次切替時刻について、SCCALF の営業日判定を参照する前提が図中に反映されていない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RefDataService 経由で SCCALF を参照する旨を補記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森下 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対応中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整合性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OmsService から渡される注文属性と mihft_types.h のフィールド対応表に、TIF enum の記載はあるが適用箇所の責務分界が曖昧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業務ルールは本資料の対象外とし、処理詳細は実装に従う旨を明記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久保田 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C0392B"/>
                          </a:solidFill>
                        </a:defRPr>
                      </a:pPr>
                      <a:r>
                        <a:t>未対応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保守性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GroupRiskService による事前リスク確認後の SCPOSF 更新タイミングと、SCEXEC 記録後の ReconService 照合タイミングの関係が一枚図で追えない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SCPOSF、SCEXEC、SCORDF の更新・参照関係を運用観点の補足図に追加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中村 彩香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対応中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92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第1.2版 (レビュー用)    社外秘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