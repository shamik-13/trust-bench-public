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5AA0"/>
                </a:solidFill>
              </a:defRPr>
            </a:pPr>
            <a:r>
              <a:t>みらい信託銀行 顧客セグメント 5区分化 方針レビュー会 資料</a:t>
            </a:r>
          </a:p>
          <a:p>
            <a:pPr>
              <a:defRPr sz="1600"/>
            </a:pPr>
            <a:r>
              <a:t>平均残高による区分帯と付与処理方針の確認 (D-1102)</a:t>
            </a:r>
          </a:p>
          <a:p>
            <a:pPr>
              <a:defRPr sz="1200"/>
            </a:pPr>
            <a:r>
              <a:t>情報系 (JH) 顧客セグメント管理</a:t>
            </a:r>
          </a:p>
          <a:p>
            <a:pPr>
              <a:defRPr sz="1200"/>
            </a:pPr>
            <a:r>
              <a:t>方針レビュー</a:t>
            </a:r>
          </a:p>
          <a:p>
            <a:pPr>
              <a:defRPr sz="1200"/>
            </a:pPr>
            <a:r>
              <a:t>発表: 森田 彩乃 (E-184)</a:t>
            </a:r>
          </a:p>
          <a:p>
            <a:pPr>
              <a:defRPr sz="1200"/>
            </a:pPr>
            <a:r>
              <a:t>令和6年10月18日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392B"/>
                </a:solidFill>
              </a:defRPr>
            </a:pPr>
            <a:r>
              <a:t>社外秘 / v0.9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v0.9    社外秘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5AA0"/>
                </a:solidFill>
              </a:defRPr>
            </a:pPr>
            <a:r>
              <a:t>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・1. レビュー目的・決裁事項</a:t>
            </a:r>
          </a:p>
          <a:p>
            <a:pPr>
              <a:defRPr sz="1600"/>
            </a:pPr>
            <a:r>
              <a:t>・2. 顧客セグメント 5区分化の方針 (D-1102)</a:t>
            </a:r>
          </a:p>
          <a:p>
            <a:pPr>
              <a:defRPr sz="1600"/>
            </a:pPr>
            <a:r>
              <a:t>・3. 平均残高による区分帯の確定値</a:t>
            </a:r>
          </a:p>
          <a:p>
            <a:pPr>
              <a:defRPr sz="1600"/>
            </a:pPr>
            <a:r>
              <a:t>・4. 区分付与処理 (JH310B / JH315S) の対象範囲</a:t>
            </a:r>
          </a:p>
          <a:p>
            <a:pPr>
              <a:defRPr sz="1600"/>
            </a:pPr>
            <a:r>
              <a:t>・5. 指摘事項および改訂履歴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v0.9    社外秘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顧客セグメント区分 平均残高帯 確定表 (D-1102 確定値)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743200"/>
                <a:gridCol w="237744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区分コード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セグメント名称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下限残高 (円)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備考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SG01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一般層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0以上100万円未満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平均残高による判定対象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SG02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準優良層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100万円以上500万円未満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平均残高による判定対象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SG03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優良層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500万円以上2,000万円未満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平均残高による判定対象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SG04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上位層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2,000万円以上5,000万円未満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平均残高による判定対象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SG05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プレミアム層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5,000万円以上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最上位区分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※ 本表が顧客を平均残高で5区分に分類する際の確定根拠である。区分判定は顧客セグメント付与バッチ JH310B および判定サブ JH315S が行う。注: 残高が区分境界値とちょうど等しい場合は上位の区分に含める。例: 平均残高がちょうど500万円なら SG03、ちょうど5,000万円なら SG05。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v0.9    社外秘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指摘事項一覧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822960"/>
                <a:gridCol w="3291840"/>
                <a:gridCol w="731520"/>
                <a:gridCol w="1828800"/>
                <a:gridCol w="82296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指摘内容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重要度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対応方針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判定仕様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区分境界値と一致する平均残高の扱いを、閾値表脚注として明記した。下限値は当該区分に含める前提で JH315S の判定条件を確認すること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JH315S の境界値テストに 500万円、5,000万円のケースを追加する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森田 彩乃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処理範囲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顧客セグメント付与は JH310B から JH315S を呼び出して実施する方針。周辺集計処理への直接組込みは本レビューの対象外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JH310B / JH315S の処理分担を詳細設計で明文化する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井上 拓海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改訂履歴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v0.7 令和6年9月20日 初版作成、v0.8 令和6年10月4日 区分帯案をレビュー指摘反映、v0.9 令和6年10月18日 D-1102 確定値および境界値脚注を反映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次回会議体で v1.0 として承認予定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高橋 由紀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v0.9    社外秘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